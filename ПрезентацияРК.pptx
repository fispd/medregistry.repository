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45BC6E-681A-47E3-B809-D68CB92199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5A8DCE-5535-4CDC-9F3E-68FECEBEEF93}">
      <dgm:prSet/>
      <dgm:spPr/>
      <dgm:t>
        <a:bodyPr/>
        <a:lstStyle/>
        <a:p>
          <a:r>
            <a:rPr lang="ru-RU"/>
            <a:t>1. Провести анализ требований</a:t>
          </a:r>
          <a:endParaRPr lang="en-US"/>
        </a:p>
      </dgm:t>
    </dgm:pt>
    <dgm:pt modelId="{F53B8B2E-09DC-4D33-A217-9EEA6D2CB382}" type="parTrans" cxnId="{ACF1E7D7-EC0C-469A-A0A2-FA6A6F2A4999}">
      <dgm:prSet/>
      <dgm:spPr/>
      <dgm:t>
        <a:bodyPr/>
        <a:lstStyle/>
        <a:p>
          <a:endParaRPr lang="en-US"/>
        </a:p>
      </dgm:t>
    </dgm:pt>
    <dgm:pt modelId="{3414DA25-C5F8-4FC9-A31F-07EF2B25EF7C}" type="sibTrans" cxnId="{ACF1E7D7-EC0C-469A-A0A2-FA6A6F2A4999}">
      <dgm:prSet/>
      <dgm:spPr/>
      <dgm:t>
        <a:bodyPr/>
        <a:lstStyle/>
        <a:p>
          <a:endParaRPr lang="en-US"/>
        </a:p>
      </dgm:t>
    </dgm:pt>
    <dgm:pt modelId="{6510FAEB-36BC-43D3-A65A-F537402D8245}">
      <dgm:prSet/>
      <dgm:spPr/>
      <dgm:t>
        <a:bodyPr/>
        <a:lstStyle/>
        <a:p>
          <a:r>
            <a:rPr lang="ru-RU"/>
            <a:t>2. Спроектировать архитектуру и базу данных</a:t>
          </a:r>
          <a:endParaRPr lang="en-US"/>
        </a:p>
      </dgm:t>
    </dgm:pt>
    <dgm:pt modelId="{8A1FD07C-58C5-4F18-BDA3-59D329C2E20A}" type="parTrans" cxnId="{6C7F1089-4007-4B13-8182-6F4CC2554682}">
      <dgm:prSet/>
      <dgm:spPr/>
      <dgm:t>
        <a:bodyPr/>
        <a:lstStyle/>
        <a:p>
          <a:endParaRPr lang="en-US"/>
        </a:p>
      </dgm:t>
    </dgm:pt>
    <dgm:pt modelId="{55F37D12-FE93-4C5C-BBF8-428CAE462EB6}" type="sibTrans" cxnId="{6C7F1089-4007-4B13-8182-6F4CC2554682}">
      <dgm:prSet/>
      <dgm:spPr/>
      <dgm:t>
        <a:bodyPr/>
        <a:lstStyle/>
        <a:p>
          <a:endParaRPr lang="en-US"/>
        </a:p>
      </dgm:t>
    </dgm:pt>
    <dgm:pt modelId="{76D91A3F-09EB-4581-9B24-6CD25633E297}">
      <dgm:prSet/>
      <dgm:spPr/>
      <dgm:t>
        <a:bodyPr/>
        <a:lstStyle/>
        <a:p>
          <a:r>
            <a:rPr lang="ru-RU"/>
            <a:t>3. Реализовать слой данных (Entity Framework Core)</a:t>
          </a:r>
          <a:endParaRPr lang="en-US"/>
        </a:p>
      </dgm:t>
    </dgm:pt>
    <dgm:pt modelId="{A61FF85C-C549-42CB-8EB1-B6741F1B2FFF}" type="parTrans" cxnId="{9113CA0F-5140-4772-AF0E-3F5E1FB8545F}">
      <dgm:prSet/>
      <dgm:spPr/>
      <dgm:t>
        <a:bodyPr/>
        <a:lstStyle/>
        <a:p>
          <a:endParaRPr lang="en-US"/>
        </a:p>
      </dgm:t>
    </dgm:pt>
    <dgm:pt modelId="{7915DA7E-BF79-4A03-BE6B-A6B4F8FE1FA3}" type="sibTrans" cxnId="{9113CA0F-5140-4772-AF0E-3F5E1FB8545F}">
      <dgm:prSet/>
      <dgm:spPr/>
      <dgm:t>
        <a:bodyPr/>
        <a:lstStyle/>
        <a:p>
          <a:endParaRPr lang="en-US"/>
        </a:p>
      </dgm:t>
    </dgm:pt>
    <dgm:pt modelId="{E495BF6B-CAAA-4F28-B2BF-86744582B942}">
      <dgm:prSet/>
      <dgm:spPr/>
      <dgm:t>
        <a:bodyPr/>
        <a:lstStyle/>
        <a:p>
          <a:r>
            <a:rPr lang="ru-RU"/>
            <a:t>4. Разработать WPF-приложение на C#</a:t>
          </a:r>
          <a:endParaRPr lang="en-US"/>
        </a:p>
      </dgm:t>
    </dgm:pt>
    <dgm:pt modelId="{40577212-C17B-41CC-978A-5BB7E7F6A814}" type="parTrans" cxnId="{0CDA54B2-0400-42FB-A70F-1F6B9D93AFAC}">
      <dgm:prSet/>
      <dgm:spPr/>
      <dgm:t>
        <a:bodyPr/>
        <a:lstStyle/>
        <a:p>
          <a:endParaRPr lang="en-US"/>
        </a:p>
      </dgm:t>
    </dgm:pt>
    <dgm:pt modelId="{4144D8AC-F65B-4746-87B9-04431636D963}" type="sibTrans" cxnId="{0CDA54B2-0400-42FB-A70F-1F6B9D93AFAC}">
      <dgm:prSet/>
      <dgm:spPr/>
      <dgm:t>
        <a:bodyPr/>
        <a:lstStyle/>
        <a:p>
          <a:endParaRPr lang="en-US"/>
        </a:p>
      </dgm:t>
    </dgm:pt>
    <dgm:pt modelId="{89EE0F4F-6106-42EE-92C7-8BB8710F8C3B}">
      <dgm:prSet/>
      <dgm:spPr/>
      <dgm:t>
        <a:bodyPr/>
        <a:lstStyle/>
        <a:p>
          <a:r>
            <a:rPr lang="ru-RU"/>
            <a:t>5. Настроить авторизацию и права доступа</a:t>
          </a:r>
          <a:endParaRPr lang="en-US"/>
        </a:p>
      </dgm:t>
    </dgm:pt>
    <dgm:pt modelId="{D02079DD-621D-4A5B-88D3-CCCA3B7377A0}" type="parTrans" cxnId="{3E083954-3492-4B94-B6B9-AA2A664BA866}">
      <dgm:prSet/>
      <dgm:spPr/>
      <dgm:t>
        <a:bodyPr/>
        <a:lstStyle/>
        <a:p>
          <a:endParaRPr lang="en-US"/>
        </a:p>
      </dgm:t>
    </dgm:pt>
    <dgm:pt modelId="{16F2FE9D-F9B1-4E0F-92B2-ED6849A1A88E}" type="sibTrans" cxnId="{3E083954-3492-4B94-B6B9-AA2A664BA866}">
      <dgm:prSet/>
      <dgm:spPr/>
      <dgm:t>
        <a:bodyPr/>
        <a:lstStyle/>
        <a:p>
          <a:endParaRPr lang="en-US"/>
        </a:p>
      </dgm:t>
    </dgm:pt>
    <dgm:pt modelId="{867A6671-6353-47FD-962F-9BCB94E11027}">
      <dgm:prSet/>
      <dgm:spPr/>
      <dgm:t>
        <a:bodyPr/>
        <a:lstStyle/>
        <a:p>
          <a:r>
            <a:rPr lang="ru-RU"/>
            <a:t>6. Реализовать экспорт/импорт данных (Excel)</a:t>
          </a:r>
          <a:endParaRPr lang="en-US"/>
        </a:p>
      </dgm:t>
    </dgm:pt>
    <dgm:pt modelId="{E306CC4D-5363-44DA-840D-70278FB27BBE}" type="parTrans" cxnId="{F73A6F10-0626-4614-9BA4-A456C2A655EA}">
      <dgm:prSet/>
      <dgm:spPr/>
      <dgm:t>
        <a:bodyPr/>
        <a:lstStyle/>
        <a:p>
          <a:endParaRPr lang="en-US"/>
        </a:p>
      </dgm:t>
    </dgm:pt>
    <dgm:pt modelId="{DEAD3B11-B8C8-4D17-9D71-3C44DBEA8D6D}" type="sibTrans" cxnId="{F73A6F10-0626-4614-9BA4-A456C2A655EA}">
      <dgm:prSet/>
      <dgm:spPr/>
      <dgm:t>
        <a:bodyPr/>
        <a:lstStyle/>
        <a:p>
          <a:endParaRPr lang="en-US"/>
        </a:p>
      </dgm:t>
    </dgm:pt>
    <dgm:pt modelId="{FAB41A5D-8E3C-47A0-A455-373428B307AE}">
      <dgm:prSet/>
      <dgm:spPr/>
      <dgm:t>
        <a:bodyPr/>
        <a:lstStyle/>
        <a:p>
          <a:r>
            <a:rPr lang="ru-RU"/>
            <a:t>7. Провести тестирование</a:t>
          </a:r>
          <a:endParaRPr lang="en-US"/>
        </a:p>
      </dgm:t>
    </dgm:pt>
    <dgm:pt modelId="{41CE5057-F55B-4882-8778-81E86A4C42D6}" type="parTrans" cxnId="{1B3B301B-5B82-4F61-8A62-58894D93E4B0}">
      <dgm:prSet/>
      <dgm:spPr/>
      <dgm:t>
        <a:bodyPr/>
        <a:lstStyle/>
        <a:p>
          <a:endParaRPr lang="en-US"/>
        </a:p>
      </dgm:t>
    </dgm:pt>
    <dgm:pt modelId="{35538FC2-FFDA-4B77-9162-4DEB32AC0350}" type="sibTrans" cxnId="{1B3B301B-5B82-4F61-8A62-58894D93E4B0}">
      <dgm:prSet/>
      <dgm:spPr/>
      <dgm:t>
        <a:bodyPr/>
        <a:lstStyle/>
        <a:p>
          <a:endParaRPr lang="en-US"/>
        </a:p>
      </dgm:t>
    </dgm:pt>
    <dgm:pt modelId="{DD38DCBD-DBA5-48A9-A1DC-8D314FF17AC9}">
      <dgm:prSet/>
      <dgm:spPr/>
      <dgm:t>
        <a:bodyPr/>
        <a:lstStyle/>
        <a:p>
          <a:r>
            <a:rPr lang="ru-RU"/>
            <a:t>8. Подготовить документацию</a:t>
          </a:r>
          <a:endParaRPr lang="en-US"/>
        </a:p>
      </dgm:t>
    </dgm:pt>
    <dgm:pt modelId="{AE9AA0AD-6D5B-479A-816A-8433E315687E}" type="parTrans" cxnId="{2B904810-5E6F-4A12-8367-9A6D1D5C2755}">
      <dgm:prSet/>
      <dgm:spPr/>
      <dgm:t>
        <a:bodyPr/>
        <a:lstStyle/>
        <a:p>
          <a:endParaRPr lang="en-US"/>
        </a:p>
      </dgm:t>
    </dgm:pt>
    <dgm:pt modelId="{95D2CDAA-B9A7-4A2D-A151-025A51477178}" type="sibTrans" cxnId="{2B904810-5E6F-4A12-8367-9A6D1D5C2755}">
      <dgm:prSet/>
      <dgm:spPr/>
      <dgm:t>
        <a:bodyPr/>
        <a:lstStyle/>
        <a:p>
          <a:endParaRPr lang="en-US"/>
        </a:p>
      </dgm:t>
    </dgm:pt>
    <dgm:pt modelId="{A96625A3-4116-4756-B94A-8AE50F4529DC}" type="pres">
      <dgm:prSet presAssocID="{DB45BC6E-681A-47E3-B809-D68CB921998A}" presName="linear" presStyleCnt="0">
        <dgm:presLayoutVars>
          <dgm:animLvl val="lvl"/>
          <dgm:resizeHandles val="exact"/>
        </dgm:presLayoutVars>
      </dgm:prSet>
      <dgm:spPr/>
    </dgm:pt>
    <dgm:pt modelId="{D5073051-8F88-4344-B21A-B11EA3B86471}" type="pres">
      <dgm:prSet presAssocID="{035A8DCE-5535-4CDC-9F3E-68FECEBEEF93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3B68DBE-F0EF-4B50-B13D-394BE1A41592}" type="pres">
      <dgm:prSet presAssocID="{3414DA25-C5F8-4FC9-A31F-07EF2B25EF7C}" presName="spacer" presStyleCnt="0"/>
      <dgm:spPr/>
    </dgm:pt>
    <dgm:pt modelId="{11D0F34E-932E-41D9-9F78-FF6AB8BEF186}" type="pres">
      <dgm:prSet presAssocID="{6510FAEB-36BC-43D3-A65A-F537402D824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F4CF0E52-22B4-4252-A26A-C226BD6D31FB}" type="pres">
      <dgm:prSet presAssocID="{55F37D12-FE93-4C5C-BBF8-428CAE462EB6}" presName="spacer" presStyleCnt="0"/>
      <dgm:spPr/>
    </dgm:pt>
    <dgm:pt modelId="{E1E6F61C-5DB0-4BEA-A22C-78A9EF24D038}" type="pres">
      <dgm:prSet presAssocID="{76D91A3F-09EB-4581-9B24-6CD25633E29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783894BC-AAF6-46AA-B431-56F2B27543CB}" type="pres">
      <dgm:prSet presAssocID="{7915DA7E-BF79-4A03-BE6B-A6B4F8FE1FA3}" presName="spacer" presStyleCnt="0"/>
      <dgm:spPr/>
    </dgm:pt>
    <dgm:pt modelId="{112D2FD7-59DD-4897-BB38-BD7B488CE12F}" type="pres">
      <dgm:prSet presAssocID="{E495BF6B-CAAA-4F28-B2BF-86744582B942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79235292-D52E-4F7E-933C-411580537015}" type="pres">
      <dgm:prSet presAssocID="{4144D8AC-F65B-4746-87B9-04431636D963}" presName="spacer" presStyleCnt="0"/>
      <dgm:spPr/>
    </dgm:pt>
    <dgm:pt modelId="{1063F458-6662-4930-A17C-A92C45BCE8D1}" type="pres">
      <dgm:prSet presAssocID="{89EE0F4F-6106-42EE-92C7-8BB8710F8C3B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9C17D588-9BB9-4460-BB9F-2B81961360C2}" type="pres">
      <dgm:prSet presAssocID="{16F2FE9D-F9B1-4E0F-92B2-ED6849A1A88E}" presName="spacer" presStyleCnt="0"/>
      <dgm:spPr/>
    </dgm:pt>
    <dgm:pt modelId="{1E7C7602-7785-47C1-813D-18273431F2A4}" type="pres">
      <dgm:prSet presAssocID="{867A6671-6353-47FD-962F-9BCB94E11027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D45E4E43-6A63-413A-A37C-62287815D9F8}" type="pres">
      <dgm:prSet presAssocID="{DEAD3B11-B8C8-4D17-9D71-3C44DBEA8D6D}" presName="spacer" presStyleCnt="0"/>
      <dgm:spPr/>
    </dgm:pt>
    <dgm:pt modelId="{7474556E-F88A-4E1A-805F-BD73571C5640}" type="pres">
      <dgm:prSet presAssocID="{FAB41A5D-8E3C-47A0-A455-373428B307AE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2EBB551B-FAD7-40C3-B637-85772C6CE2F8}" type="pres">
      <dgm:prSet presAssocID="{35538FC2-FFDA-4B77-9162-4DEB32AC0350}" presName="spacer" presStyleCnt="0"/>
      <dgm:spPr/>
    </dgm:pt>
    <dgm:pt modelId="{957B7162-267F-486A-87B6-9C49D5006A63}" type="pres">
      <dgm:prSet presAssocID="{DD38DCBD-DBA5-48A9-A1DC-8D314FF17AC9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A77C8B04-B738-4263-98B9-EDC3ED2111B9}" type="presOf" srcId="{035A8DCE-5535-4CDC-9F3E-68FECEBEEF93}" destId="{D5073051-8F88-4344-B21A-B11EA3B86471}" srcOrd="0" destOrd="0" presId="urn:microsoft.com/office/officeart/2005/8/layout/vList2"/>
    <dgm:cxn modelId="{9113CA0F-5140-4772-AF0E-3F5E1FB8545F}" srcId="{DB45BC6E-681A-47E3-B809-D68CB921998A}" destId="{76D91A3F-09EB-4581-9B24-6CD25633E297}" srcOrd="2" destOrd="0" parTransId="{A61FF85C-C549-42CB-8EB1-B6741F1B2FFF}" sibTransId="{7915DA7E-BF79-4A03-BE6B-A6B4F8FE1FA3}"/>
    <dgm:cxn modelId="{2B904810-5E6F-4A12-8367-9A6D1D5C2755}" srcId="{DB45BC6E-681A-47E3-B809-D68CB921998A}" destId="{DD38DCBD-DBA5-48A9-A1DC-8D314FF17AC9}" srcOrd="7" destOrd="0" parTransId="{AE9AA0AD-6D5B-479A-816A-8433E315687E}" sibTransId="{95D2CDAA-B9A7-4A2D-A151-025A51477178}"/>
    <dgm:cxn modelId="{F73A6F10-0626-4614-9BA4-A456C2A655EA}" srcId="{DB45BC6E-681A-47E3-B809-D68CB921998A}" destId="{867A6671-6353-47FD-962F-9BCB94E11027}" srcOrd="5" destOrd="0" parTransId="{E306CC4D-5363-44DA-840D-70278FB27BBE}" sibTransId="{DEAD3B11-B8C8-4D17-9D71-3C44DBEA8D6D}"/>
    <dgm:cxn modelId="{74D59D13-2F83-4E45-8348-935E03C68A86}" type="presOf" srcId="{76D91A3F-09EB-4581-9B24-6CD25633E297}" destId="{E1E6F61C-5DB0-4BEA-A22C-78A9EF24D038}" srcOrd="0" destOrd="0" presId="urn:microsoft.com/office/officeart/2005/8/layout/vList2"/>
    <dgm:cxn modelId="{1B3B301B-5B82-4F61-8A62-58894D93E4B0}" srcId="{DB45BC6E-681A-47E3-B809-D68CB921998A}" destId="{FAB41A5D-8E3C-47A0-A455-373428B307AE}" srcOrd="6" destOrd="0" parTransId="{41CE5057-F55B-4882-8778-81E86A4C42D6}" sibTransId="{35538FC2-FFDA-4B77-9162-4DEB32AC0350}"/>
    <dgm:cxn modelId="{2AFD3E2D-92C8-4377-9304-49F7ECAE8114}" type="presOf" srcId="{DD38DCBD-DBA5-48A9-A1DC-8D314FF17AC9}" destId="{957B7162-267F-486A-87B6-9C49D5006A63}" srcOrd="0" destOrd="0" presId="urn:microsoft.com/office/officeart/2005/8/layout/vList2"/>
    <dgm:cxn modelId="{15E1CF60-1A38-4CED-9E0E-E26236E91A91}" type="presOf" srcId="{FAB41A5D-8E3C-47A0-A455-373428B307AE}" destId="{7474556E-F88A-4E1A-805F-BD73571C5640}" srcOrd="0" destOrd="0" presId="urn:microsoft.com/office/officeart/2005/8/layout/vList2"/>
    <dgm:cxn modelId="{30FF7F65-932F-4424-B111-0A12D93EEA68}" type="presOf" srcId="{DB45BC6E-681A-47E3-B809-D68CB921998A}" destId="{A96625A3-4116-4756-B94A-8AE50F4529DC}" srcOrd="0" destOrd="0" presId="urn:microsoft.com/office/officeart/2005/8/layout/vList2"/>
    <dgm:cxn modelId="{8F548948-37ED-4717-B29F-8F67D2698178}" type="presOf" srcId="{E495BF6B-CAAA-4F28-B2BF-86744582B942}" destId="{112D2FD7-59DD-4897-BB38-BD7B488CE12F}" srcOrd="0" destOrd="0" presId="urn:microsoft.com/office/officeart/2005/8/layout/vList2"/>
    <dgm:cxn modelId="{3E083954-3492-4B94-B6B9-AA2A664BA866}" srcId="{DB45BC6E-681A-47E3-B809-D68CB921998A}" destId="{89EE0F4F-6106-42EE-92C7-8BB8710F8C3B}" srcOrd="4" destOrd="0" parTransId="{D02079DD-621D-4A5B-88D3-CCCA3B7377A0}" sibTransId="{16F2FE9D-F9B1-4E0F-92B2-ED6849A1A88E}"/>
    <dgm:cxn modelId="{C9E00376-753B-415A-9182-9BCC59185ACE}" type="presOf" srcId="{6510FAEB-36BC-43D3-A65A-F537402D8245}" destId="{11D0F34E-932E-41D9-9F78-FF6AB8BEF186}" srcOrd="0" destOrd="0" presId="urn:microsoft.com/office/officeart/2005/8/layout/vList2"/>
    <dgm:cxn modelId="{6C7F1089-4007-4B13-8182-6F4CC2554682}" srcId="{DB45BC6E-681A-47E3-B809-D68CB921998A}" destId="{6510FAEB-36BC-43D3-A65A-F537402D8245}" srcOrd="1" destOrd="0" parTransId="{8A1FD07C-58C5-4F18-BDA3-59D329C2E20A}" sibTransId="{55F37D12-FE93-4C5C-BBF8-428CAE462EB6}"/>
    <dgm:cxn modelId="{0CDA54B2-0400-42FB-A70F-1F6B9D93AFAC}" srcId="{DB45BC6E-681A-47E3-B809-D68CB921998A}" destId="{E495BF6B-CAAA-4F28-B2BF-86744582B942}" srcOrd="3" destOrd="0" parTransId="{40577212-C17B-41CC-978A-5BB7E7F6A814}" sibTransId="{4144D8AC-F65B-4746-87B9-04431636D963}"/>
    <dgm:cxn modelId="{ACF1E7D7-EC0C-469A-A0A2-FA6A6F2A4999}" srcId="{DB45BC6E-681A-47E3-B809-D68CB921998A}" destId="{035A8DCE-5535-4CDC-9F3E-68FECEBEEF93}" srcOrd="0" destOrd="0" parTransId="{F53B8B2E-09DC-4D33-A217-9EEA6D2CB382}" sibTransId="{3414DA25-C5F8-4FC9-A31F-07EF2B25EF7C}"/>
    <dgm:cxn modelId="{402A66ED-5375-4E68-B910-B5B070FFF60F}" type="presOf" srcId="{867A6671-6353-47FD-962F-9BCB94E11027}" destId="{1E7C7602-7785-47C1-813D-18273431F2A4}" srcOrd="0" destOrd="0" presId="urn:microsoft.com/office/officeart/2005/8/layout/vList2"/>
    <dgm:cxn modelId="{C99461FF-8696-4176-AD12-F3E50BAC58A8}" type="presOf" srcId="{89EE0F4F-6106-42EE-92C7-8BB8710F8C3B}" destId="{1063F458-6662-4930-A17C-A92C45BCE8D1}" srcOrd="0" destOrd="0" presId="urn:microsoft.com/office/officeart/2005/8/layout/vList2"/>
    <dgm:cxn modelId="{B7BA0394-A774-4E85-8B31-201F5CE471B9}" type="presParOf" srcId="{A96625A3-4116-4756-B94A-8AE50F4529DC}" destId="{D5073051-8F88-4344-B21A-B11EA3B86471}" srcOrd="0" destOrd="0" presId="urn:microsoft.com/office/officeart/2005/8/layout/vList2"/>
    <dgm:cxn modelId="{2700CEEF-E340-4B63-B373-0B39B9F9ACC9}" type="presParOf" srcId="{A96625A3-4116-4756-B94A-8AE50F4529DC}" destId="{C3B68DBE-F0EF-4B50-B13D-394BE1A41592}" srcOrd="1" destOrd="0" presId="urn:microsoft.com/office/officeart/2005/8/layout/vList2"/>
    <dgm:cxn modelId="{6A6F1D5E-2203-4E70-B5E6-97AF094544F5}" type="presParOf" srcId="{A96625A3-4116-4756-B94A-8AE50F4529DC}" destId="{11D0F34E-932E-41D9-9F78-FF6AB8BEF186}" srcOrd="2" destOrd="0" presId="urn:microsoft.com/office/officeart/2005/8/layout/vList2"/>
    <dgm:cxn modelId="{AE0D4625-47A6-4F5E-ACEB-52C66E1F18E6}" type="presParOf" srcId="{A96625A3-4116-4756-B94A-8AE50F4529DC}" destId="{F4CF0E52-22B4-4252-A26A-C226BD6D31FB}" srcOrd="3" destOrd="0" presId="urn:microsoft.com/office/officeart/2005/8/layout/vList2"/>
    <dgm:cxn modelId="{BBC17D0C-4362-420E-A2E8-56B273EB05FD}" type="presParOf" srcId="{A96625A3-4116-4756-B94A-8AE50F4529DC}" destId="{E1E6F61C-5DB0-4BEA-A22C-78A9EF24D038}" srcOrd="4" destOrd="0" presId="urn:microsoft.com/office/officeart/2005/8/layout/vList2"/>
    <dgm:cxn modelId="{571A5AAD-F611-4261-88C6-65791844DD89}" type="presParOf" srcId="{A96625A3-4116-4756-B94A-8AE50F4529DC}" destId="{783894BC-AAF6-46AA-B431-56F2B27543CB}" srcOrd="5" destOrd="0" presId="urn:microsoft.com/office/officeart/2005/8/layout/vList2"/>
    <dgm:cxn modelId="{1DAAA2F9-EC5B-4B5D-9BC6-BE7190FD1DE3}" type="presParOf" srcId="{A96625A3-4116-4756-B94A-8AE50F4529DC}" destId="{112D2FD7-59DD-4897-BB38-BD7B488CE12F}" srcOrd="6" destOrd="0" presId="urn:microsoft.com/office/officeart/2005/8/layout/vList2"/>
    <dgm:cxn modelId="{0A8E9367-FDB5-47F3-80CE-A474A910922B}" type="presParOf" srcId="{A96625A3-4116-4756-B94A-8AE50F4529DC}" destId="{79235292-D52E-4F7E-933C-411580537015}" srcOrd="7" destOrd="0" presId="urn:microsoft.com/office/officeart/2005/8/layout/vList2"/>
    <dgm:cxn modelId="{B9378C81-2F38-4A44-8F29-CFA18BD4B541}" type="presParOf" srcId="{A96625A3-4116-4756-B94A-8AE50F4529DC}" destId="{1063F458-6662-4930-A17C-A92C45BCE8D1}" srcOrd="8" destOrd="0" presId="urn:microsoft.com/office/officeart/2005/8/layout/vList2"/>
    <dgm:cxn modelId="{D19004FB-9729-467E-B765-B6F4C3F58417}" type="presParOf" srcId="{A96625A3-4116-4756-B94A-8AE50F4529DC}" destId="{9C17D588-9BB9-4460-BB9F-2B81961360C2}" srcOrd="9" destOrd="0" presId="urn:microsoft.com/office/officeart/2005/8/layout/vList2"/>
    <dgm:cxn modelId="{D31516F2-0927-47E6-8FE9-4DC02C432D84}" type="presParOf" srcId="{A96625A3-4116-4756-B94A-8AE50F4529DC}" destId="{1E7C7602-7785-47C1-813D-18273431F2A4}" srcOrd="10" destOrd="0" presId="urn:microsoft.com/office/officeart/2005/8/layout/vList2"/>
    <dgm:cxn modelId="{CDAE4324-84B1-4599-BE6B-0B57A701AB99}" type="presParOf" srcId="{A96625A3-4116-4756-B94A-8AE50F4529DC}" destId="{D45E4E43-6A63-413A-A37C-62287815D9F8}" srcOrd="11" destOrd="0" presId="urn:microsoft.com/office/officeart/2005/8/layout/vList2"/>
    <dgm:cxn modelId="{DC226D3F-F0A8-4042-80C6-7CE496EF1BFE}" type="presParOf" srcId="{A96625A3-4116-4756-B94A-8AE50F4529DC}" destId="{7474556E-F88A-4E1A-805F-BD73571C5640}" srcOrd="12" destOrd="0" presId="urn:microsoft.com/office/officeart/2005/8/layout/vList2"/>
    <dgm:cxn modelId="{1EDF6DF2-2484-4DC1-8E93-9F0D3199F85B}" type="presParOf" srcId="{A96625A3-4116-4756-B94A-8AE50F4529DC}" destId="{2EBB551B-FAD7-40C3-B637-85772C6CE2F8}" srcOrd="13" destOrd="0" presId="urn:microsoft.com/office/officeart/2005/8/layout/vList2"/>
    <dgm:cxn modelId="{8561D1E1-078A-485F-BB65-DA889E1D48BD}" type="presParOf" srcId="{A96625A3-4116-4756-B94A-8AE50F4529DC}" destId="{957B7162-267F-486A-87B6-9C49D5006A6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11C870-AAB4-4525-B0C1-EA49BD932AA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14E519-D601-4977-86BC-20B7ACB8214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/>
            <a:t>• Поставленная цель достигнута</a:t>
          </a:r>
          <a:endParaRPr lang="en-US" sz="1800" dirty="0"/>
        </a:p>
      </dgm:t>
    </dgm:pt>
    <dgm:pt modelId="{549637CB-ED21-4409-9EEB-2BEF79667985}" type="parTrans" cxnId="{9AB4A2FF-A215-437A-8C84-ED416CE07524}">
      <dgm:prSet/>
      <dgm:spPr/>
      <dgm:t>
        <a:bodyPr/>
        <a:lstStyle/>
        <a:p>
          <a:endParaRPr lang="en-US"/>
        </a:p>
      </dgm:t>
    </dgm:pt>
    <dgm:pt modelId="{B2B439EC-253C-475C-917B-6FA98D7E602A}" type="sibTrans" cxnId="{9AB4A2FF-A215-437A-8C84-ED416CE07524}">
      <dgm:prSet/>
      <dgm:spPr/>
      <dgm:t>
        <a:bodyPr/>
        <a:lstStyle/>
        <a:p>
          <a:endParaRPr lang="en-US"/>
        </a:p>
      </dgm:t>
    </dgm:pt>
    <dgm:pt modelId="{A376BB56-363B-4705-830C-C15A6B36AF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/>
            <a:t>• Разработана рабочая ИС «Регистратура клиники»</a:t>
          </a:r>
          <a:endParaRPr lang="en-US" sz="1800" dirty="0"/>
        </a:p>
      </dgm:t>
    </dgm:pt>
    <dgm:pt modelId="{BB167EBD-377B-4FB9-90CC-A96ACB0E5E51}" type="parTrans" cxnId="{68E0F937-2EED-47B0-A58C-334DA72CFE56}">
      <dgm:prSet/>
      <dgm:spPr/>
      <dgm:t>
        <a:bodyPr/>
        <a:lstStyle/>
        <a:p>
          <a:endParaRPr lang="en-US"/>
        </a:p>
      </dgm:t>
    </dgm:pt>
    <dgm:pt modelId="{397D74A7-9CA5-4B07-B69C-9B34A40BC30D}" type="sibTrans" cxnId="{68E0F937-2EED-47B0-A58C-334DA72CFE56}">
      <dgm:prSet/>
      <dgm:spPr/>
      <dgm:t>
        <a:bodyPr/>
        <a:lstStyle/>
        <a:p>
          <a:endParaRPr lang="en-US"/>
        </a:p>
      </dgm:t>
    </dgm:pt>
    <dgm:pt modelId="{701B8C7B-A054-4747-A877-D4DE7C5A67F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/>
            <a:t>• Реализованы все запланированные функции</a:t>
          </a:r>
          <a:endParaRPr lang="en-US" sz="1800" dirty="0"/>
        </a:p>
      </dgm:t>
    </dgm:pt>
    <dgm:pt modelId="{7252C7A7-86FA-4DBB-B6D8-1099A3ADA71D}" type="parTrans" cxnId="{9472E693-76AD-48C7-B4BB-BF16E5372546}">
      <dgm:prSet/>
      <dgm:spPr/>
      <dgm:t>
        <a:bodyPr/>
        <a:lstStyle/>
        <a:p>
          <a:endParaRPr lang="en-US"/>
        </a:p>
      </dgm:t>
    </dgm:pt>
    <dgm:pt modelId="{03A04189-C5AA-45DB-9690-4869B9A90403}" type="sibTrans" cxnId="{9472E693-76AD-48C7-B4BB-BF16E5372546}">
      <dgm:prSet/>
      <dgm:spPr/>
      <dgm:t>
        <a:bodyPr/>
        <a:lstStyle/>
        <a:p>
          <a:endParaRPr lang="en-US"/>
        </a:p>
      </dgm:t>
    </dgm:pt>
    <dgm:pt modelId="{2C57BE13-2940-4D95-89BC-CB0CFABB43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/>
            <a:t>• Проведено структурное и функциональное тестирование</a:t>
          </a:r>
          <a:endParaRPr lang="en-US" sz="1800" dirty="0"/>
        </a:p>
      </dgm:t>
    </dgm:pt>
    <dgm:pt modelId="{82483D98-6FCE-4E69-8590-D8DB35F03EC9}" type="parTrans" cxnId="{8D85E5CC-887F-41A9-82D7-DD2A7D56500C}">
      <dgm:prSet/>
      <dgm:spPr/>
      <dgm:t>
        <a:bodyPr/>
        <a:lstStyle/>
        <a:p>
          <a:endParaRPr lang="en-US"/>
        </a:p>
      </dgm:t>
    </dgm:pt>
    <dgm:pt modelId="{0B4473FD-B7B1-40D3-93E4-54F5772E10B0}" type="sibTrans" cxnId="{8D85E5CC-887F-41A9-82D7-DD2A7D56500C}">
      <dgm:prSet/>
      <dgm:spPr/>
      <dgm:t>
        <a:bodyPr/>
        <a:lstStyle/>
        <a:p>
          <a:endParaRPr lang="en-US"/>
        </a:p>
      </dgm:t>
    </dgm:pt>
    <dgm:pt modelId="{3171A85D-BBBA-4EEE-AA94-AA21FBC7DB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800" dirty="0"/>
            <a:t>• Система готова к внедрению</a:t>
          </a:r>
          <a:endParaRPr lang="en-US" sz="1800" dirty="0"/>
        </a:p>
      </dgm:t>
    </dgm:pt>
    <dgm:pt modelId="{036406EB-8D89-475C-83CC-78359954FF3D}" type="parTrans" cxnId="{7A404521-93F9-4FB1-8121-214FC90A13FD}">
      <dgm:prSet/>
      <dgm:spPr/>
      <dgm:t>
        <a:bodyPr/>
        <a:lstStyle/>
        <a:p>
          <a:endParaRPr lang="en-US"/>
        </a:p>
      </dgm:t>
    </dgm:pt>
    <dgm:pt modelId="{0F36141A-AF56-408B-8CBB-112800CBDD7E}" type="sibTrans" cxnId="{7A404521-93F9-4FB1-8121-214FC90A13FD}">
      <dgm:prSet/>
      <dgm:spPr/>
      <dgm:t>
        <a:bodyPr/>
        <a:lstStyle/>
        <a:p>
          <a:endParaRPr lang="en-US"/>
        </a:p>
      </dgm:t>
    </dgm:pt>
    <dgm:pt modelId="{7B97CCE6-F030-462B-B3CB-15BAC752F535}" type="pres">
      <dgm:prSet presAssocID="{7611C870-AAB4-4525-B0C1-EA49BD932AA8}" presName="root" presStyleCnt="0">
        <dgm:presLayoutVars>
          <dgm:dir/>
          <dgm:resizeHandles val="exact"/>
        </dgm:presLayoutVars>
      </dgm:prSet>
      <dgm:spPr/>
    </dgm:pt>
    <dgm:pt modelId="{624CF7D8-4950-4F5A-9E67-18F35D20A70A}" type="pres">
      <dgm:prSet presAssocID="{A614E519-D601-4977-86BC-20B7ACB8214A}" presName="compNode" presStyleCnt="0"/>
      <dgm:spPr/>
    </dgm:pt>
    <dgm:pt modelId="{208CB97B-94A6-4290-B685-5B9182D35175}" type="pres">
      <dgm:prSet presAssocID="{A614E519-D601-4977-86BC-20B7ACB8214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В яблочко"/>
        </a:ext>
      </dgm:extLst>
    </dgm:pt>
    <dgm:pt modelId="{1DBE4D7F-A19E-4727-B473-84168996434C}" type="pres">
      <dgm:prSet presAssocID="{A614E519-D601-4977-86BC-20B7ACB8214A}" presName="spaceRect" presStyleCnt="0"/>
      <dgm:spPr/>
    </dgm:pt>
    <dgm:pt modelId="{0B4C603C-981B-410A-BCF7-40ECFAF74757}" type="pres">
      <dgm:prSet presAssocID="{A614E519-D601-4977-86BC-20B7ACB8214A}" presName="textRect" presStyleLbl="revTx" presStyleIdx="0" presStyleCnt="5">
        <dgm:presLayoutVars>
          <dgm:chMax val="1"/>
          <dgm:chPref val="1"/>
        </dgm:presLayoutVars>
      </dgm:prSet>
      <dgm:spPr/>
    </dgm:pt>
    <dgm:pt modelId="{DF668C0D-D585-4CB5-A507-EE605F798532}" type="pres">
      <dgm:prSet presAssocID="{B2B439EC-253C-475C-917B-6FA98D7E602A}" presName="sibTrans" presStyleCnt="0"/>
      <dgm:spPr/>
    </dgm:pt>
    <dgm:pt modelId="{7C7D5968-8A05-4E3B-87A6-CBCD9125170B}" type="pres">
      <dgm:prSet presAssocID="{A376BB56-363B-4705-830C-C15A6B36AF5C}" presName="compNode" presStyleCnt="0"/>
      <dgm:spPr/>
    </dgm:pt>
    <dgm:pt modelId="{36F1918D-5F2B-42F7-BF65-3D1E4D129645}" type="pres">
      <dgm:prSet presAssocID="{A376BB56-363B-4705-830C-C15A6B36AF5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Больница"/>
        </a:ext>
      </dgm:extLst>
    </dgm:pt>
    <dgm:pt modelId="{451176A1-FE18-4C64-BD29-217B34CE7ED9}" type="pres">
      <dgm:prSet presAssocID="{A376BB56-363B-4705-830C-C15A6B36AF5C}" presName="spaceRect" presStyleCnt="0"/>
      <dgm:spPr/>
    </dgm:pt>
    <dgm:pt modelId="{DF506A37-2793-4E67-BB23-097F8A0A0CDD}" type="pres">
      <dgm:prSet presAssocID="{A376BB56-363B-4705-830C-C15A6B36AF5C}" presName="textRect" presStyleLbl="revTx" presStyleIdx="1" presStyleCnt="5">
        <dgm:presLayoutVars>
          <dgm:chMax val="1"/>
          <dgm:chPref val="1"/>
        </dgm:presLayoutVars>
      </dgm:prSet>
      <dgm:spPr/>
    </dgm:pt>
    <dgm:pt modelId="{9A8EEC8A-AA59-449A-AC11-23AB9D879225}" type="pres">
      <dgm:prSet presAssocID="{397D74A7-9CA5-4B07-B69C-9B34A40BC30D}" presName="sibTrans" presStyleCnt="0"/>
      <dgm:spPr/>
    </dgm:pt>
    <dgm:pt modelId="{D061C68A-B147-4F51-B2DF-3B91E9E77793}" type="pres">
      <dgm:prSet presAssocID="{701B8C7B-A054-4747-A877-D4DE7C5A67F1}" presName="compNode" presStyleCnt="0"/>
      <dgm:spPr/>
    </dgm:pt>
    <dgm:pt modelId="{102D4F53-F42F-4B60-B914-BD4DFD6BB7FE}" type="pres">
      <dgm:prSet presAssocID="{701B8C7B-A054-4747-A877-D4DE7C5A67F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F33A94D1-6E83-4F2F-A8A2-C6629D8B4BBB}" type="pres">
      <dgm:prSet presAssocID="{701B8C7B-A054-4747-A877-D4DE7C5A67F1}" presName="spaceRect" presStyleCnt="0"/>
      <dgm:spPr/>
    </dgm:pt>
    <dgm:pt modelId="{8C8D0DD6-84E4-4840-876F-D25B08BC438A}" type="pres">
      <dgm:prSet presAssocID="{701B8C7B-A054-4747-A877-D4DE7C5A67F1}" presName="textRect" presStyleLbl="revTx" presStyleIdx="2" presStyleCnt="5">
        <dgm:presLayoutVars>
          <dgm:chMax val="1"/>
          <dgm:chPref val="1"/>
        </dgm:presLayoutVars>
      </dgm:prSet>
      <dgm:spPr/>
    </dgm:pt>
    <dgm:pt modelId="{F8B77E1E-ED85-427B-A616-330CAFD172D4}" type="pres">
      <dgm:prSet presAssocID="{03A04189-C5AA-45DB-9690-4869B9A90403}" presName="sibTrans" presStyleCnt="0"/>
      <dgm:spPr/>
    </dgm:pt>
    <dgm:pt modelId="{CE754BC8-8071-48D7-A74C-0317DEE239BC}" type="pres">
      <dgm:prSet presAssocID="{2C57BE13-2940-4D95-89BC-CB0CFABB43C7}" presName="compNode" presStyleCnt="0"/>
      <dgm:spPr/>
    </dgm:pt>
    <dgm:pt modelId="{D87C14DE-7F6A-4125-BE77-A79FD8312C82}" type="pres">
      <dgm:prSet presAssocID="{2C57BE13-2940-4D95-89BC-CB0CFABB43C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586AE1B4-6C42-40CC-AE1A-3BB7B2B2E0F7}" type="pres">
      <dgm:prSet presAssocID="{2C57BE13-2940-4D95-89BC-CB0CFABB43C7}" presName="spaceRect" presStyleCnt="0"/>
      <dgm:spPr/>
    </dgm:pt>
    <dgm:pt modelId="{1AA0EB0D-B2E0-4656-BACE-8C59A268932C}" type="pres">
      <dgm:prSet presAssocID="{2C57BE13-2940-4D95-89BC-CB0CFABB43C7}" presName="textRect" presStyleLbl="revTx" presStyleIdx="3" presStyleCnt="5">
        <dgm:presLayoutVars>
          <dgm:chMax val="1"/>
          <dgm:chPref val="1"/>
        </dgm:presLayoutVars>
      </dgm:prSet>
      <dgm:spPr/>
    </dgm:pt>
    <dgm:pt modelId="{A4814893-9F3F-45D1-A46D-647674E44D32}" type="pres">
      <dgm:prSet presAssocID="{0B4473FD-B7B1-40D3-93E4-54F5772E10B0}" presName="sibTrans" presStyleCnt="0"/>
      <dgm:spPr/>
    </dgm:pt>
    <dgm:pt modelId="{2F83B261-0061-414B-8C26-6A15F2FF6281}" type="pres">
      <dgm:prSet presAssocID="{3171A85D-BBBA-4EEE-AA94-AA21FBC7DBFB}" presName="compNode" presStyleCnt="0"/>
      <dgm:spPr/>
    </dgm:pt>
    <dgm:pt modelId="{CD50313B-87FB-4114-8945-87138E2277BC}" type="pres">
      <dgm:prSet presAssocID="{3171A85D-BBBA-4EEE-AA94-AA21FBC7DBF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oting star"/>
        </a:ext>
      </dgm:extLst>
    </dgm:pt>
    <dgm:pt modelId="{855F26C7-AC7E-4558-A00C-0866CBB41F5F}" type="pres">
      <dgm:prSet presAssocID="{3171A85D-BBBA-4EEE-AA94-AA21FBC7DBFB}" presName="spaceRect" presStyleCnt="0"/>
      <dgm:spPr/>
    </dgm:pt>
    <dgm:pt modelId="{93D15E2E-DF25-4ED2-906C-17D4FEF05F54}" type="pres">
      <dgm:prSet presAssocID="{3171A85D-BBBA-4EEE-AA94-AA21FBC7DBF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A404521-93F9-4FB1-8121-214FC90A13FD}" srcId="{7611C870-AAB4-4525-B0C1-EA49BD932AA8}" destId="{3171A85D-BBBA-4EEE-AA94-AA21FBC7DBFB}" srcOrd="4" destOrd="0" parTransId="{036406EB-8D89-475C-83CC-78359954FF3D}" sibTransId="{0F36141A-AF56-408B-8CBB-112800CBDD7E}"/>
    <dgm:cxn modelId="{0D307229-C7DF-4933-B5CB-6197C924F2E9}" type="presOf" srcId="{7611C870-AAB4-4525-B0C1-EA49BD932AA8}" destId="{7B97CCE6-F030-462B-B3CB-15BAC752F535}" srcOrd="0" destOrd="0" presId="urn:microsoft.com/office/officeart/2018/2/layout/IconLabelList"/>
    <dgm:cxn modelId="{68E0F937-2EED-47B0-A58C-334DA72CFE56}" srcId="{7611C870-AAB4-4525-B0C1-EA49BD932AA8}" destId="{A376BB56-363B-4705-830C-C15A6B36AF5C}" srcOrd="1" destOrd="0" parTransId="{BB167EBD-377B-4FB9-90CC-A96ACB0E5E51}" sibTransId="{397D74A7-9CA5-4B07-B69C-9B34A40BC30D}"/>
    <dgm:cxn modelId="{6DBA8360-072B-4687-9C47-9F3DA4A9E044}" type="presOf" srcId="{2C57BE13-2940-4D95-89BC-CB0CFABB43C7}" destId="{1AA0EB0D-B2E0-4656-BACE-8C59A268932C}" srcOrd="0" destOrd="0" presId="urn:microsoft.com/office/officeart/2018/2/layout/IconLabelList"/>
    <dgm:cxn modelId="{B388EF69-DBDE-4760-AD4B-DB5B55BA9EC6}" type="presOf" srcId="{A376BB56-363B-4705-830C-C15A6B36AF5C}" destId="{DF506A37-2793-4E67-BB23-097F8A0A0CDD}" srcOrd="0" destOrd="0" presId="urn:microsoft.com/office/officeart/2018/2/layout/IconLabelList"/>
    <dgm:cxn modelId="{F1F21C8D-3B5B-4177-823F-78E152DCBED9}" type="presOf" srcId="{3171A85D-BBBA-4EEE-AA94-AA21FBC7DBFB}" destId="{93D15E2E-DF25-4ED2-906C-17D4FEF05F54}" srcOrd="0" destOrd="0" presId="urn:microsoft.com/office/officeart/2018/2/layout/IconLabelList"/>
    <dgm:cxn modelId="{9472E693-76AD-48C7-B4BB-BF16E5372546}" srcId="{7611C870-AAB4-4525-B0C1-EA49BD932AA8}" destId="{701B8C7B-A054-4747-A877-D4DE7C5A67F1}" srcOrd="2" destOrd="0" parTransId="{7252C7A7-86FA-4DBB-B6D8-1099A3ADA71D}" sibTransId="{03A04189-C5AA-45DB-9690-4869B9A90403}"/>
    <dgm:cxn modelId="{DD3E66A8-45E4-436E-8F04-4F5BA4A5E2C5}" type="presOf" srcId="{A614E519-D601-4977-86BC-20B7ACB8214A}" destId="{0B4C603C-981B-410A-BCF7-40ECFAF74757}" srcOrd="0" destOrd="0" presId="urn:microsoft.com/office/officeart/2018/2/layout/IconLabelList"/>
    <dgm:cxn modelId="{8D85E5CC-887F-41A9-82D7-DD2A7D56500C}" srcId="{7611C870-AAB4-4525-B0C1-EA49BD932AA8}" destId="{2C57BE13-2940-4D95-89BC-CB0CFABB43C7}" srcOrd="3" destOrd="0" parTransId="{82483D98-6FCE-4E69-8590-D8DB35F03EC9}" sibTransId="{0B4473FD-B7B1-40D3-93E4-54F5772E10B0}"/>
    <dgm:cxn modelId="{DFC4E5F8-1705-45A1-9210-9DECCF5A7259}" type="presOf" srcId="{701B8C7B-A054-4747-A877-D4DE7C5A67F1}" destId="{8C8D0DD6-84E4-4840-876F-D25B08BC438A}" srcOrd="0" destOrd="0" presId="urn:microsoft.com/office/officeart/2018/2/layout/IconLabelList"/>
    <dgm:cxn modelId="{9AB4A2FF-A215-437A-8C84-ED416CE07524}" srcId="{7611C870-AAB4-4525-B0C1-EA49BD932AA8}" destId="{A614E519-D601-4977-86BC-20B7ACB8214A}" srcOrd="0" destOrd="0" parTransId="{549637CB-ED21-4409-9EEB-2BEF79667985}" sibTransId="{B2B439EC-253C-475C-917B-6FA98D7E602A}"/>
    <dgm:cxn modelId="{076CA22D-B126-4F7A-A54E-3E1D0204DFEC}" type="presParOf" srcId="{7B97CCE6-F030-462B-B3CB-15BAC752F535}" destId="{624CF7D8-4950-4F5A-9E67-18F35D20A70A}" srcOrd="0" destOrd="0" presId="urn:microsoft.com/office/officeart/2018/2/layout/IconLabelList"/>
    <dgm:cxn modelId="{0643A6D4-C9A0-44BE-8D3F-04D74A795A9F}" type="presParOf" srcId="{624CF7D8-4950-4F5A-9E67-18F35D20A70A}" destId="{208CB97B-94A6-4290-B685-5B9182D35175}" srcOrd="0" destOrd="0" presId="urn:microsoft.com/office/officeart/2018/2/layout/IconLabelList"/>
    <dgm:cxn modelId="{FABB398C-EF86-446D-82D4-BAA392314CF3}" type="presParOf" srcId="{624CF7D8-4950-4F5A-9E67-18F35D20A70A}" destId="{1DBE4D7F-A19E-4727-B473-84168996434C}" srcOrd="1" destOrd="0" presId="urn:microsoft.com/office/officeart/2018/2/layout/IconLabelList"/>
    <dgm:cxn modelId="{FA08C750-F88B-41F0-86C6-79B241194B2E}" type="presParOf" srcId="{624CF7D8-4950-4F5A-9E67-18F35D20A70A}" destId="{0B4C603C-981B-410A-BCF7-40ECFAF74757}" srcOrd="2" destOrd="0" presId="urn:microsoft.com/office/officeart/2018/2/layout/IconLabelList"/>
    <dgm:cxn modelId="{53439970-06A1-4B00-8B1A-6EEC7A993EB3}" type="presParOf" srcId="{7B97CCE6-F030-462B-B3CB-15BAC752F535}" destId="{DF668C0D-D585-4CB5-A507-EE605F798532}" srcOrd="1" destOrd="0" presId="urn:microsoft.com/office/officeart/2018/2/layout/IconLabelList"/>
    <dgm:cxn modelId="{B28A2518-5654-4CE6-BE25-D67F0EAB366C}" type="presParOf" srcId="{7B97CCE6-F030-462B-B3CB-15BAC752F535}" destId="{7C7D5968-8A05-4E3B-87A6-CBCD9125170B}" srcOrd="2" destOrd="0" presId="urn:microsoft.com/office/officeart/2018/2/layout/IconLabelList"/>
    <dgm:cxn modelId="{18779D4C-1C46-4C1F-A80B-E402BADE257A}" type="presParOf" srcId="{7C7D5968-8A05-4E3B-87A6-CBCD9125170B}" destId="{36F1918D-5F2B-42F7-BF65-3D1E4D129645}" srcOrd="0" destOrd="0" presId="urn:microsoft.com/office/officeart/2018/2/layout/IconLabelList"/>
    <dgm:cxn modelId="{D768DF36-8D41-4F1F-8760-9BFBE1D5001F}" type="presParOf" srcId="{7C7D5968-8A05-4E3B-87A6-CBCD9125170B}" destId="{451176A1-FE18-4C64-BD29-217B34CE7ED9}" srcOrd="1" destOrd="0" presId="urn:microsoft.com/office/officeart/2018/2/layout/IconLabelList"/>
    <dgm:cxn modelId="{9EFCDDA8-3A6B-47AF-AC5C-22AA4E6ECF72}" type="presParOf" srcId="{7C7D5968-8A05-4E3B-87A6-CBCD9125170B}" destId="{DF506A37-2793-4E67-BB23-097F8A0A0CDD}" srcOrd="2" destOrd="0" presId="urn:microsoft.com/office/officeart/2018/2/layout/IconLabelList"/>
    <dgm:cxn modelId="{78D1F5D3-8A8D-4001-B43A-D568615DFB61}" type="presParOf" srcId="{7B97CCE6-F030-462B-B3CB-15BAC752F535}" destId="{9A8EEC8A-AA59-449A-AC11-23AB9D879225}" srcOrd="3" destOrd="0" presId="urn:microsoft.com/office/officeart/2018/2/layout/IconLabelList"/>
    <dgm:cxn modelId="{5374E6D0-BA17-45E4-972D-CBF77371907B}" type="presParOf" srcId="{7B97CCE6-F030-462B-B3CB-15BAC752F535}" destId="{D061C68A-B147-4F51-B2DF-3B91E9E77793}" srcOrd="4" destOrd="0" presId="urn:microsoft.com/office/officeart/2018/2/layout/IconLabelList"/>
    <dgm:cxn modelId="{C46A48F1-F296-4801-8FE2-53AB434EF2FC}" type="presParOf" srcId="{D061C68A-B147-4F51-B2DF-3B91E9E77793}" destId="{102D4F53-F42F-4B60-B914-BD4DFD6BB7FE}" srcOrd="0" destOrd="0" presId="urn:microsoft.com/office/officeart/2018/2/layout/IconLabelList"/>
    <dgm:cxn modelId="{3F311926-6759-467D-B7D2-1ACB3278FCF9}" type="presParOf" srcId="{D061C68A-B147-4F51-B2DF-3B91E9E77793}" destId="{F33A94D1-6E83-4F2F-A8A2-C6629D8B4BBB}" srcOrd="1" destOrd="0" presId="urn:microsoft.com/office/officeart/2018/2/layout/IconLabelList"/>
    <dgm:cxn modelId="{FEDDA38A-B36A-498C-9962-D13E107839A7}" type="presParOf" srcId="{D061C68A-B147-4F51-B2DF-3B91E9E77793}" destId="{8C8D0DD6-84E4-4840-876F-D25B08BC438A}" srcOrd="2" destOrd="0" presId="urn:microsoft.com/office/officeart/2018/2/layout/IconLabelList"/>
    <dgm:cxn modelId="{0DEFDB47-B0C7-4448-B1CC-4F5F4083A124}" type="presParOf" srcId="{7B97CCE6-F030-462B-B3CB-15BAC752F535}" destId="{F8B77E1E-ED85-427B-A616-330CAFD172D4}" srcOrd="5" destOrd="0" presId="urn:microsoft.com/office/officeart/2018/2/layout/IconLabelList"/>
    <dgm:cxn modelId="{0230C06B-B63F-4388-800C-7EB3327EA5A7}" type="presParOf" srcId="{7B97CCE6-F030-462B-B3CB-15BAC752F535}" destId="{CE754BC8-8071-48D7-A74C-0317DEE239BC}" srcOrd="6" destOrd="0" presId="urn:microsoft.com/office/officeart/2018/2/layout/IconLabelList"/>
    <dgm:cxn modelId="{26F6E28D-7E06-41AB-8E1E-92D060BBD2ED}" type="presParOf" srcId="{CE754BC8-8071-48D7-A74C-0317DEE239BC}" destId="{D87C14DE-7F6A-4125-BE77-A79FD8312C82}" srcOrd="0" destOrd="0" presId="urn:microsoft.com/office/officeart/2018/2/layout/IconLabelList"/>
    <dgm:cxn modelId="{7E5DDA03-F255-4159-A08D-A1A2D688D633}" type="presParOf" srcId="{CE754BC8-8071-48D7-A74C-0317DEE239BC}" destId="{586AE1B4-6C42-40CC-AE1A-3BB7B2B2E0F7}" srcOrd="1" destOrd="0" presId="urn:microsoft.com/office/officeart/2018/2/layout/IconLabelList"/>
    <dgm:cxn modelId="{F5BDC82E-68F1-47E2-97DE-D9479A78A28F}" type="presParOf" srcId="{CE754BC8-8071-48D7-A74C-0317DEE239BC}" destId="{1AA0EB0D-B2E0-4656-BACE-8C59A268932C}" srcOrd="2" destOrd="0" presId="urn:microsoft.com/office/officeart/2018/2/layout/IconLabelList"/>
    <dgm:cxn modelId="{5345B28E-46FD-481E-A931-E6ABFB3F3169}" type="presParOf" srcId="{7B97CCE6-F030-462B-B3CB-15BAC752F535}" destId="{A4814893-9F3F-45D1-A46D-647674E44D32}" srcOrd="7" destOrd="0" presId="urn:microsoft.com/office/officeart/2018/2/layout/IconLabelList"/>
    <dgm:cxn modelId="{833384A1-D962-4E22-93F6-88CFFD7F6839}" type="presParOf" srcId="{7B97CCE6-F030-462B-B3CB-15BAC752F535}" destId="{2F83B261-0061-414B-8C26-6A15F2FF6281}" srcOrd="8" destOrd="0" presId="urn:microsoft.com/office/officeart/2018/2/layout/IconLabelList"/>
    <dgm:cxn modelId="{30304308-94F1-4CD2-92BC-464B4813BEA3}" type="presParOf" srcId="{2F83B261-0061-414B-8C26-6A15F2FF6281}" destId="{CD50313B-87FB-4114-8945-87138E2277BC}" srcOrd="0" destOrd="0" presId="urn:microsoft.com/office/officeart/2018/2/layout/IconLabelList"/>
    <dgm:cxn modelId="{60D73C67-E472-4B73-AD42-32B5D363A326}" type="presParOf" srcId="{2F83B261-0061-414B-8C26-6A15F2FF6281}" destId="{855F26C7-AC7E-4558-A00C-0866CBB41F5F}" srcOrd="1" destOrd="0" presId="urn:microsoft.com/office/officeart/2018/2/layout/IconLabelList"/>
    <dgm:cxn modelId="{7ECC61F6-4294-46E2-AADD-823893D80BFA}" type="presParOf" srcId="{2F83B261-0061-414B-8C26-6A15F2FF6281}" destId="{93D15E2E-DF25-4ED2-906C-17D4FEF05F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73051-8F88-4344-B21A-B11EA3B86471}">
      <dsp:nvSpPr>
        <dsp:cNvPr id="0" name=""/>
        <dsp:cNvSpPr/>
      </dsp:nvSpPr>
      <dsp:spPr>
        <a:xfrm>
          <a:off x="0" y="15840"/>
          <a:ext cx="73152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1. Провести анализ требований</a:t>
          </a:r>
          <a:endParaRPr lang="en-US" sz="2400" kern="1200"/>
        </a:p>
      </dsp:txBody>
      <dsp:txXfrm>
        <a:off x="28100" y="43940"/>
        <a:ext cx="7259000" cy="519439"/>
      </dsp:txXfrm>
    </dsp:sp>
    <dsp:sp modelId="{11D0F34E-932E-41D9-9F78-FF6AB8BEF186}">
      <dsp:nvSpPr>
        <dsp:cNvPr id="0" name=""/>
        <dsp:cNvSpPr/>
      </dsp:nvSpPr>
      <dsp:spPr>
        <a:xfrm>
          <a:off x="0" y="660600"/>
          <a:ext cx="73152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2. Спроектировать архитектуру и базу данных</a:t>
          </a:r>
          <a:endParaRPr lang="en-US" sz="2400" kern="1200"/>
        </a:p>
      </dsp:txBody>
      <dsp:txXfrm>
        <a:off x="28100" y="688700"/>
        <a:ext cx="7259000" cy="519439"/>
      </dsp:txXfrm>
    </dsp:sp>
    <dsp:sp modelId="{E1E6F61C-5DB0-4BEA-A22C-78A9EF24D038}">
      <dsp:nvSpPr>
        <dsp:cNvPr id="0" name=""/>
        <dsp:cNvSpPr/>
      </dsp:nvSpPr>
      <dsp:spPr>
        <a:xfrm>
          <a:off x="0" y="1305360"/>
          <a:ext cx="73152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3. Реализовать слой данных (Entity Framework Core)</a:t>
          </a:r>
          <a:endParaRPr lang="en-US" sz="2400" kern="1200"/>
        </a:p>
      </dsp:txBody>
      <dsp:txXfrm>
        <a:off x="28100" y="1333460"/>
        <a:ext cx="7259000" cy="519439"/>
      </dsp:txXfrm>
    </dsp:sp>
    <dsp:sp modelId="{112D2FD7-59DD-4897-BB38-BD7B488CE12F}">
      <dsp:nvSpPr>
        <dsp:cNvPr id="0" name=""/>
        <dsp:cNvSpPr/>
      </dsp:nvSpPr>
      <dsp:spPr>
        <a:xfrm>
          <a:off x="0" y="1950120"/>
          <a:ext cx="73152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4. Разработать WPF-приложение на C#</a:t>
          </a:r>
          <a:endParaRPr lang="en-US" sz="2400" kern="1200"/>
        </a:p>
      </dsp:txBody>
      <dsp:txXfrm>
        <a:off x="28100" y="1978220"/>
        <a:ext cx="7259000" cy="519439"/>
      </dsp:txXfrm>
    </dsp:sp>
    <dsp:sp modelId="{1063F458-6662-4930-A17C-A92C45BCE8D1}">
      <dsp:nvSpPr>
        <dsp:cNvPr id="0" name=""/>
        <dsp:cNvSpPr/>
      </dsp:nvSpPr>
      <dsp:spPr>
        <a:xfrm>
          <a:off x="0" y="2594880"/>
          <a:ext cx="73152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5. Настроить авторизацию и права доступа</a:t>
          </a:r>
          <a:endParaRPr lang="en-US" sz="2400" kern="1200"/>
        </a:p>
      </dsp:txBody>
      <dsp:txXfrm>
        <a:off x="28100" y="2622980"/>
        <a:ext cx="7259000" cy="519439"/>
      </dsp:txXfrm>
    </dsp:sp>
    <dsp:sp modelId="{1E7C7602-7785-47C1-813D-18273431F2A4}">
      <dsp:nvSpPr>
        <dsp:cNvPr id="0" name=""/>
        <dsp:cNvSpPr/>
      </dsp:nvSpPr>
      <dsp:spPr>
        <a:xfrm>
          <a:off x="0" y="3239640"/>
          <a:ext cx="73152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6. Реализовать экспорт/импорт данных (Excel)</a:t>
          </a:r>
          <a:endParaRPr lang="en-US" sz="2400" kern="1200"/>
        </a:p>
      </dsp:txBody>
      <dsp:txXfrm>
        <a:off x="28100" y="3267740"/>
        <a:ext cx="7259000" cy="519439"/>
      </dsp:txXfrm>
    </dsp:sp>
    <dsp:sp modelId="{7474556E-F88A-4E1A-805F-BD73571C5640}">
      <dsp:nvSpPr>
        <dsp:cNvPr id="0" name=""/>
        <dsp:cNvSpPr/>
      </dsp:nvSpPr>
      <dsp:spPr>
        <a:xfrm>
          <a:off x="0" y="3884400"/>
          <a:ext cx="73152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7. Провести тестирование</a:t>
          </a:r>
          <a:endParaRPr lang="en-US" sz="2400" kern="1200"/>
        </a:p>
      </dsp:txBody>
      <dsp:txXfrm>
        <a:off x="28100" y="3912500"/>
        <a:ext cx="7259000" cy="519439"/>
      </dsp:txXfrm>
    </dsp:sp>
    <dsp:sp modelId="{957B7162-267F-486A-87B6-9C49D5006A63}">
      <dsp:nvSpPr>
        <dsp:cNvPr id="0" name=""/>
        <dsp:cNvSpPr/>
      </dsp:nvSpPr>
      <dsp:spPr>
        <a:xfrm>
          <a:off x="0" y="4529160"/>
          <a:ext cx="73152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8. Подготовить документацию</a:t>
          </a:r>
          <a:endParaRPr lang="en-US" sz="2400" kern="1200"/>
        </a:p>
      </dsp:txBody>
      <dsp:txXfrm>
        <a:off x="28100" y="4557260"/>
        <a:ext cx="7259000" cy="5194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CB97B-94A6-4290-B685-5B9182D35175}">
      <dsp:nvSpPr>
        <dsp:cNvPr id="0" name=""/>
        <dsp:cNvSpPr/>
      </dsp:nvSpPr>
      <dsp:spPr>
        <a:xfrm>
          <a:off x="1226193" y="352081"/>
          <a:ext cx="781523" cy="781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C603C-981B-410A-BCF7-40ECFAF74757}">
      <dsp:nvSpPr>
        <dsp:cNvPr id="0" name=""/>
        <dsp:cNvSpPr/>
      </dsp:nvSpPr>
      <dsp:spPr>
        <a:xfrm>
          <a:off x="748596" y="1465806"/>
          <a:ext cx="1736718" cy="1085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• Поставленная цель достигнута</a:t>
          </a:r>
          <a:endParaRPr lang="en-US" sz="1800" kern="1200" dirty="0"/>
        </a:p>
      </dsp:txBody>
      <dsp:txXfrm>
        <a:off x="748596" y="1465806"/>
        <a:ext cx="1736718" cy="1085449"/>
      </dsp:txXfrm>
    </dsp:sp>
    <dsp:sp modelId="{36F1918D-5F2B-42F7-BF65-3D1E4D129645}">
      <dsp:nvSpPr>
        <dsp:cNvPr id="0" name=""/>
        <dsp:cNvSpPr/>
      </dsp:nvSpPr>
      <dsp:spPr>
        <a:xfrm>
          <a:off x="3266838" y="352081"/>
          <a:ext cx="781523" cy="781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06A37-2793-4E67-BB23-097F8A0A0CDD}">
      <dsp:nvSpPr>
        <dsp:cNvPr id="0" name=""/>
        <dsp:cNvSpPr/>
      </dsp:nvSpPr>
      <dsp:spPr>
        <a:xfrm>
          <a:off x="2789240" y="1465806"/>
          <a:ext cx="1736718" cy="1085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• Разработана рабочая ИС «Регистратура клиники»</a:t>
          </a:r>
          <a:endParaRPr lang="en-US" sz="1800" kern="1200" dirty="0"/>
        </a:p>
      </dsp:txBody>
      <dsp:txXfrm>
        <a:off x="2789240" y="1465806"/>
        <a:ext cx="1736718" cy="1085449"/>
      </dsp:txXfrm>
    </dsp:sp>
    <dsp:sp modelId="{102D4F53-F42F-4B60-B914-BD4DFD6BB7FE}">
      <dsp:nvSpPr>
        <dsp:cNvPr id="0" name=""/>
        <dsp:cNvSpPr/>
      </dsp:nvSpPr>
      <dsp:spPr>
        <a:xfrm>
          <a:off x="5307482" y="352081"/>
          <a:ext cx="781523" cy="7815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D0DD6-84E4-4840-876F-D25B08BC438A}">
      <dsp:nvSpPr>
        <dsp:cNvPr id="0" name=""/>
        <dsp:cNvSpPr/>
      </dsp:nvSpPr>
      <dsp:spPr>
        <a:xfrm>
          <a:off x="4829885" y="1465806"/>
          <a:ext cx="1736718" cy="1085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• Реализованы все запланированные функции</a:t>
          </a:r>
          <a:endParaRPr lang="en-US" sz="1800" kern="1200" dirty="0"/>
        </a:p>
      </dsp:txBody>
      <dsp:txXfrm>
        <a:off x="4829885" y="1465806"/>
        <a:ext cx="1736718" cy="1085449"/>
      </dsp:txXfrm>
    </dsp:sp>
    <dsp:sp modelId="{D87C14DE-7F6A-4125-BE77-A79FD8312C82}">
      <dsp:nvSpPr>
        <dsp:cNvPr id="0" name=""/>
        <dsp:cNvSpPr/>
      </dsp:nvSpPr>
      <dsp:spPr>
        <a:xfrm>
          <a:off x="2246516" y="2985435"/>
          <a:ext cx="781523" cy="7815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0EB0D-B2E0-4656-BACE-8C59A268932C}">
      <dsp:nvSpPr>
        <dsp:cNvPr id="0" name=""/>
        <dsp:cNvSpPr/>
      </dsp:nvSpPr>
      <dsp:spPr>
        <a:xfrm>
          <a:off x="1768918" y="4099160"/>
          <a:ext cx="1736718" cy="1085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• Проведено структурное и функциональное тестирование</a:t>
          </a:r>
          <a:endParaRPr lang="en-US" sz="1800" kern="1200" dirty="0"/>
        </a:p>
      </dsp:txBody>
      <dsp:txXfrm>
        <a:off x="1768918" y="4099160"/>
        <a:ext cx="1736718" cy="1085449"/>
      </dsp:txXfrm>
    </dsp:sp>
    <dsp:sp modelId="{CD50313B-87FB-4114-8945-87138E2277BC}">
      <dsp:nvSpPr>
        <dsp:cNvPr id="0" name=""/>
        <dsp:cNvSpPr/>
      </dsp:nvSpPr>
      <dsp:spPr>
        <a:xfrm>
          <a:off x="4287160" y="2985435"/>
          <a:ext cx="781523" cy="7815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15E2E-DF25-4ED2-906C-17D4FEF05F54}">
      <dsp:nvSpPr>
        <dsp:cNvPr id="0" name=""/>
        <dsp:cNvSpPr/>
      </dsp:nvSpPr>
      <dsp:spPr>
        <a:xfrm>
          <a:off x="3809562" y="4099160"/>
          <a:ext cx="1736718" cy="1085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• Система готова к внедрению</a:t>
          </a:r>
          <a:endParaRPr lang="en-US" sz="1800" kern="1200" dirty="0"/>
        </a:p>
      </dsp:txBody>
      <dsp:txXfrm>
        <a:off x="3809562" y="4099160"/>
        <a:ext cx="1736718" cy="10854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22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77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204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095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20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51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1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81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8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43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2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236DBF-41BC-44BA-9A7B-53D3B3091461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DD36A214-BBFF-4337-936F-456A377DD4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16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B71177-C84A-FACC-6D59-CF19BE778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429000"/>
            <a:ext cx="9144000" cy="1655762"/>
          </a:xfrm>
        </p:spPr>
        <p:txBody>
          <a:bodyPr/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mfortaa Medium" pitchFamily="2" charset="0"/>
              </a:rPr>
              <a:t>КУРСОВОЙ ПРОЕКТ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mfortaa Medium" pitchFamily="2" charset="0"/>
              </a:rPr>
              <a:t>РАЗРАБОТКА ПОДССИТЕМЫ РЕГИСТРАТУРА КЛИНИКИ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986A6-FEE0-AFB4-092F-B107ACB1DE9E}"/>
              </a:ext>
            </a:extLst>
          </p:cNvPr>
          <p:cNvSpPr txBox="1"/>
          <p:nvPr/>
        </p:nvSpPr>
        <p:spPr>
          <a:xfrm>
            <a:off x="2347629" y="846793"/>
            <a:ext cx="68871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ФЕДЕРАЛЬНОЕ ГОСУДАРСТВЕННОЕ БЮДЖЕТНОЕ ОБРАЗОВАТЕЛЬНОЕ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УЧРЕЖДЕНИЕ ВЫСШЕГО ОБРАЗОВАНИЯ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«САНКТ-ПЕТЕРБУРГСКИЙ ГОСУДАРСТВЕННЫЙ УНИВЕРСИТЕТ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ТЕЛЕКОММУНИКАЦИЙ ИМ. ПРОФ. М.А. БОНЧ-БРУЕВИЧА»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(СПбГУТ)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АРХАНГЕЛЬСКИЙ КОЛЛЕДЖ ТЕЛЕКОММУНИКАЦИЙ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ИМ. Б.Л. РОЗИНГА (ФИЛИАЛ) СПбГУТ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(АКТ (ф) СПбГУТ)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B1EBF-7DB9-9834-7EAC-2AD185F113F1}"/>
              </a:ext>
            </a:extLst>
          </p:cNvPr>
          <p:cNvSpPr txBox="1"/>
          <p:nvPr/>
        </p:nvSpPr>
        <p:spPr>
          <a:xfrm>
            <a:off x="5111018" y="6385152"/>
            <a:ext cx="196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Архангельск,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E9301-A905-593B-3DD5-9E3018E5D1AC}"/>
              </a:ext>
            </a:extLst>
          </p:cNvPr>
          <p:cNvSpPr txBox="1"/>
          <p:nvPr/>
        </p:nvSpPr>
        <p:spPr>
          <a:xfrm>
            <a:off x="3295581" y="4990856"/>
            <a:ext cx="5195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Студент группы ИСПП-</a:t>
            </a:r>
            <a:r>
              <a:rPr lang="ru-RU" sz="2400" dirty="0">
                <a:solidFill>
                  <a:schemeClr val="bg1"/>
                </a:solidFill>
              </a:rPr>
              <a:t>21</a:t>
            </a:r>
            <a:r>
              <a:rPr lang="ru-RU" dirty="0">
                <a:solidFill>
                  <a:schemeClr val="bg1"/>
                </a:solidFill>
              </a:rPr>
              <a:t>: Чугин Егор Валерьевич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9698F-89F1-BF59-3E85-0831AEB7FC67}"/>
              </a:ext>
            </a:extLst>
          </p:cNvPr>
          <p:cNvSpPr txBox="1"/>
          <p:nvPr/>
        </p:nvSpPr>
        <p:spPr>
          <a:xfrm>
            <a:off x="3737144" y="5460975"/>
            <a:ext cx="438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Руководитель: </a:t>
            </a:r>
            <a:r>
              <a:rPr lang="ru-RU" dirty="0" err="1">
                <a:solidFill>
                  <a:schemeClr val="bg1"/>
                </a:solidFill>
              </a:rPr>
              <a:t>Маломан</a:t>
            </a:r>
            <a:r>
              <a:rPr lang="ru-RU" dirty="0">
                <a:solidFill>
                  <a:schemeClr val="bg1"/>
                </a:solidFill>
              </a:rPr>
              <a:t> Юлия Сергеевна </a:t>
            </a:r>
          </a:p>
        </p:txBody>
      </p:sp>
    </p:spTree>
    <p:extLst>
      <p:ext uri="{BB962C8B-B14F-4D97-AF65-F5344CB8AC3E}">
        <p14:creationId xmlns:p14="http://schemas.microsoft.com/office/powerpoint/2010/main" val="2943727682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3A1DF-FE1E-2DDC-CA7C-172F72BA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562" y="838064"/>
            <a:ext cx="4098948" cy="171182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DC5113-354D-0103-801B-B1DC82B57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562" y="1825625"/>
            <a:ext cx="640223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• Ручная запись пациентов приводит к очередям и ошибкам</a:t>
            </a:r>
          </a:p>
          <a:p>
            <a:pPr marL="0" indent="0">
              <a:buNone/>
            </a:pPr>
            <a:r>
              <a:rPr lang="ru-RU" dirty="0"/>
              <a:t>• Бумажные медицинские карты теряются и долго ищутся</a:t>
            </a:r>
          </a:p>
          <a:p>
            <a:pPr marL="0" indent="0">
              <a:buNone/>
            </a:pPr>
            <a:r>
              <a:rPr lang="ru-RU" dirty="0"/>
              <a:t>• Расписание врачей сложно согласовать без единой системы</a:t>
            </a:r>
          </a:p>
          <a:p>
            <a:pPr marL="0" indent="0">
              <a:buNone/>
            </a:pPr>
            <a:r>
              <a:rPr lang="ru-RU" dirty="0"/>
              <a:t>• Автоматизация повышает скорость и качество обслуживания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74C13-70F8-D4FC-CDB8-2201DFA784C8}"/>
              </a:ext>
            </a:extLst>
          </p:cNvPr>
          <p:cNvSpPr txBox="1"/>
          <p:nvPr/>
        </p:nvSpPr>
        <p:spPr>
          <a:xfrm>
            <a:off x="11533517" y="6400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2/9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B6B71B-DF4B-C08C-0865-318FCAF85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32" y="1889184"/>
            <a:ext cx="3486509" cy="348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0167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637AD-A659-4131-3DD2-E74F12D9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82" y="2447539"/>
            <a:ext cx="2947482" cy="1614131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ЦЕЛЕВАЯ АУДИТОРИЯ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33F58-1EDC-DD2A-7EE6-7A3ED9075DF4}"/>
              </a:ext>
            </a:extLst>
          </p:cNvPr>
          <p:cNvSpPr txBox="1"/>
          <p:nvPr/>
        </p:nvSpPr>
        <p:spPr>
          <a:xfrm>
            <a:off x="11533517" y="6400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3/9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2EB70DE-5B87-038D-478F-5FF21149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07" y="594809"/>
            <a:ext cx="2142526" cy="22683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47E2A6-DD2A-552B-DCE2-436FDD36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16" y="3994865"/>
            <a:ext cx="2218426" cy="22184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7EFF6B-A6DD-24A7-D7B3-88FBCBE8B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512" y="446873"/>
            <a:ext cx="2438400" cy="24384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B134FA2-424E-4F00-53C6-A0D2058D4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724" y="3994865"/>
            <a:ext cx="2438401" cy="22184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5F7D11-8354-7E57-1192-871F3160F8A1}"/>
              </a:ext>
            </a:extLst>
          </p:cNvPr>
          <p:cNvSpPr txBox="1"/>
          <p:nvPr/>
        </p:nvSpPr>
        <p:spPr>
          <a:xfrm>
            <a:off x="4918115" y="288527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Пациент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CAFB44-75E0-1E62-1937-54102075B069}"/>
              </a:ext>
            </a:extLst>
          </p:cNvPr>
          <p:cNvSpPr txBox="1"/>
          <p:nvPr/>
        </p:nvSpPr>
        <p:spPr>
          <a:xfrm>
            <a:off x="5101659" y="6090133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Врач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6DF61C-B9B7-88CA-B8A6-1083BE2EC63F}"/>
              </a:ext>
            </a:extLst>
          </p:cNvPr>
          <p:cNvSpPr txBox="1"/>
          <p:nvPr/>
        </p:nvSpPr>
        <p:spPr>
          <a:xfrm>
            <a:off x="8943332" y="2885273"/>
            <a:ext cx="1370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Регистратор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5BDBFD-AFF3-8EA8-F6A9-3BEF440DAA80}"/>
              </a:ext>
            </a:extLst>
          </p:cNvPr>
          <p:cNvSpPr txBox="1"/>
          <p:nvPr/>
        </p:nvSpPr>
        <p:spPr>
          <a:xfrm>
            <a:off x="8868825" y="6090133"/>
            <a:ext cx="1725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Администратор</a:t>
            </a:r>
          </a:p>
        </p:txBody>
      </p:sp>
    </p:spTree>
    <p:extLst>
      <p:ext uri="{BB962C8B-B14F-4D97-AF65-F5344CB8AC3E}">
        <p14:creationId xmlns:p14="http://schemas.microsoft.com/office/powerpoint/2010/main" val="43778848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0D336-D630-B79B-6ACD-88814AF0D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123837"/>
            <a:ext cx="6451110" cy="1255469"/>
          </a:xfrm>
        </p:spPr>
        <p:txBody>
          <a:bodyPr>
            <a:normAutofit/>
          </a:bodyPr>
          <a:lstStyle/>
          <a:p>
            <a:r>
              <a:rPr lang="ru-RU"/>
              <a:t>ЦЕЛЬ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ABBC81-561E-54DF-78AD-F507DF80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8" y="2510395"/>
            <a:ext cx="6451109" cy="327458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>
                <a:solidFill>
                  <a:srgbClr val="FFFFFF"/>
                </a:solidFill>
              </a:rPr>
              <a:t>Разработать информационную систему обеспечивающую:</a:t>
            </a:r>
          </a:p>
          <a:p>
            <a:pPr marL="0" indent="0">
              <a:buNone/>
            </a:pPr>
            <a:r>
              <a:rPr lang="ru-RU">
                <a:solidFill>
                  <a:srgbClr val="FFFFFF"/>
                </a:solidFill>
              </a:rPr>
              <a:t>• управление записями на приём</a:t>
            </a:r>
          </a:p>
          <a:p>
            <a:pPr marL="0" indent="0">
              <a:buNone/>
            </a:pPr>
            <a:r>
              <a:rPr lang="ru-RU">
                <a:solidFill>
                  <a:srgbClr val="FFFFFF"/>
                </a:solidFill>
              </a:rPr>
              <a:t>• управление расписанием врачей</a:t>
            </a:r>
          </a:p>
          <a:p>
            <a:pPr marL="0" indent="0">
              <a:buNone/>
            </a:pPr>
            <a:r>
              <a:rPr lang="ru-RU">
                <a:solidFill>
                  <a:srgbClr val="FFFFFF"/>
                </a:solidFill>
              </a:rPr>
              <a:t>• ведение электронных медицинских карт</a:t>
            </a:r>
          </a:p>
          <a:p>
            <a:pPr marL="0" indent="0">
              <a:buNone/>
            </a:pPr>
            <a:r>
              <a:rPr lang="ru-RU">
                <a:solidFill>
                  <a:srgbClr val="FFFFFF"/>
                </a:solidFill>
              </a:rPr>
              <a:t>• разграничение прав доступа по ролям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20DE00-B0A7-D7E4-DBBF-8FFD768FF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1535135"/>
            <a:ext cx="3778286" cy="3778286"/>
          </a:xfrm>
          <a:prstGeom prst="rect">
            <a:avLst/>
          </a:prstGeom>
        </p:spPr>
      </p:pic>
      <p:sp>
        <p:nvSpPr>
          <p:cNvPr id="19" name="Rectangle 14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BDD2C-64DB-21E1-F2EF-AB680C5BE23D}"/>
              </a:ext>
            </a:extLst>
          </p:cNvPr>
          <p:cNvSpPr txBox="1"/>
          <p:nvPr/>
        </p:nvSpPr>
        <p:spPr>
          <a:xfrm>
            <a:off x="11533517" y="6400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/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156675981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615DC-29EF-07A8-4CC0-83E44E013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2965A93A-92D3-FDE2-4EFC-1934690145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69268" y="864108"/>
          <a:ext cx="73152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0CF049D-6989-B2A9-27D6-1149A9939384}"/>
              </a:ext>
            </a:extLst>
          </p:cNvPr>
          <p:cNvSpPr txBox="1"/>
          <p:nvPr/>
        </p:nvSpPr>
        <p:spPr>
          <a:xfrm>
            <a:off x="11533517" y="6400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98377538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DBC1D-71BB-5919-1389-EAC35749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РАЗРАБОТКИ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21B506-1CC4-1DFD-807A-1F63C439B7CA}"/>
              </a:ext>
            </a:extLst>
          </p:cNvPr>
          <p:cNvSpPr/>
          <p:nvPr/>
        </p:nvSpPr>
        <p:spPr>
          <a:xfrm>
            <a:off x="4164487" y="1815101"/>
            <a:ext cx="3347049" cy="30106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627F6C-DB40-6A6F-E46D-57C80C8879DC}"/>
              </a:ext>
            </a:extLst>
          </p:cNvPr>
          <p:cNvSpPr/>
          <p:nvPr/>
        </p:nvSpPr>
        <p:spPr>
          <a:xfrm>
            <a:off x="8186468" y="1815101"/>
            <a:ext cx="3347049" cy="30106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C9286-74A0-1806-83F9-E1BD5984BA78}"/>
              </a:ext>
            </a:extLst>
          </p:cNvPr>
          <p:cNvSpPr txBox="1"/>
          <p:nvPr/>
        </p:nvSpPr>
        <p:spPr>
          <a:xfrm>
            <a:off x="4941633" y="1876866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База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9D3AD-7907-F053-8ECF-85F841A46441}"/>
              </a:ext>
            </a:extLst>
          </p:cNvPr>
          <p:cNvSpPr txBox="1"/>
          <p:nvPr/>
        </p:nvSpPr>
        <p:spPr>
          <a:xfrm>
            <a:off x="9136076" y="1876866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Приложение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1C947A-287F-C442-6A35-053732985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930" y="3500083"/>
            <a:ext cx="1192613" cy="12194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CBFF8B1-D9C5-0CB0-B37E-F01390A4E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075" y="2395161"/>
            <a:ext cx="1192613" cy="1192613"/>
          </a:xfrm>
          <a:prstGeom prst="rect">
            <a:avLst/>
          </a:prstGeom>
        </p:spPr>
      </p:pic>
      <p:pic>
        <p:nvPicPr>
          <p:cNvPr id="13" name="Picture 30">
            <a:extLst>
              <a:ext uri="{FF2B5EF4-FFF2-40B4-BE49-F238E27FC236}">
                <a16:creationId xmlns:a16="http://schemas.microsoft.com/office/drawing/2014/main" id="{0A3A49D3-42FE-E4B4-B384-F27B96418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290" y="2402082"/>
            <a:ext cx="873555" cy="87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C826F2B-3C2F-BEEF-59F8-8D4F3B4890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9144" t="-3130" r="-6877" b="-1"/>
          <a:stretch>
            <a:fillRect/>
          </a:stretch>
        </p:blipFill>
        <p:spPr>
          <a:xfrm>
            <a:off x="10138027" y="2374566"/>
            <a:ext cx="1049864" cy="1049862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круг, График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3D0D6E-2B03-9A4D-6D6C-A830ECE469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375" y="3726969"/>
            <a:ext cx="941084" cy="941084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круг, Графика, символ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C17814-4D2B-A237-A54B-25DFCB418D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145" y="3736197"/>
            <a:ext cx="961746" cy="9617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C7DB14-9C23-2ADB-B19B-E7E0D5808D92}"/>
              </a:ext>
            </a:extLst>
          </p:cNvPr>
          <p:cNvSpPr txBox="1"/>
          <p:nvPr/>
        </p:nvSpPr>
        <p:spPr>
          <a:xfrm>
            <a:off x="11533517" y="6207760"/>
            <a:ext cx="53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174788058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6E3D5-31DF-13F3-6C77-67FFF0B79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АРХИТЕКТУРА СИСТЕМЫ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CA4F6-A10C-F548-BD4B-7195949EF53C}"/>
              </a:ext>
            </a:extLst>
          </p:cNvPr>
          <p:cNvSpPr txBox="1"/>
          <p:nvPr/>
        </p:nvSpPr>
        <p:spPr>
          <a:xfrm>
            <a:off x="11564814" y="6322518"/>
            <a:ext cx="786371" cy="5530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2200" dirty="0"/>
              <a:t>7/9</a:t>
            </a:r>
          </a:p>
        </p:txBody>
      </p:sp>
      <p:pic>
        <p:nvPicPr>
          <p:cNvPr id="4" name="Рисунок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8C1A01-D13B-94E9-1F9D-75DFDEF7777F}"/>
              </a:ext>
            </a:extLst>
          </p:cNvPr>
          <p:cNvPicPr>
            <a:picLocks/>
          </p:cNvPicPr>
          <p:nvPr/>
        </p:nvPicPr>
        <p:blipFill>
          <a:blip r:embed="rId2" cstate="print"/>
          <a:stretch/>
        </p:blipFill>
        <p:spPr>
          <a:xfrm>
            <a:off x="1886385" y="484632"/>
            <a:ext cx="9004443" cy="35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462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E571D-B46F-C1EA-386A-275FECDC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1" y="2331049"/>
            <a:ext cx="4876800" cy="1468562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ПРЕИМУЩЕСТВА / ОСОБЕННОСТИ РАЗРАБОТКИ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E0275-16A1-4EEF-401C-9D6F1B5857A7}"/>
              </a:ext>
            </a:extLst>
          </p:cNvPr>
          <p:cNvSpPr txBox="1"/>
          <p:nvPr/>
        </p:nvSpPr>
        <p:spPr>
          <a:xfrm>
            <a:off x="9350893" y="5906987"/>
            <a:ext cx="1074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Скорость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858CA-3595-E893-5267-5FF0B8B2B443}"/>
              </a:ext>
            </a:extLst>
          </p:cNvPr>
          <p:cNvSpPr txBox="1"/>
          <p:nvPr/>
        </p:nvSpPr>
        <p:spPr>
          <a:xfrm>
            <a:off x="4296159" y="2873723"/>
            <a:ext cx="163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Безопасность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55117-04F4-BFA4-5C74-772CBF7CB1F8}"/>
              </a:ext>
            </a:extLst>
          </p:cNvPr>
          <p:cNvSpPr txBox="1"/>
          <p:nvPr/>
        </p:nvSpPr>
        <p:spPr>
          <a:xfrm>
            <a:off x="9481868" y="2853295"/>
            <a:ext cx="812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Учёт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C0FC1A-51CB-212C-DA7C-579BCA90230F}"/>
              </a:ext>
            </a:extLst>
          </p:cNvPr>
          <p:cNvSpPr txBox="1"/>
          <p:nvPr/>
        </p:nvSpPr>
        <p:spPr>
          <a:xfrm>
            <a:off x="4582189" y="5921283"/>
            <a:ext cx="1186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Удобство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1262B51-F75E-4209-C44A-1091F9EFE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343" y="3666409"/>
            <a:ext cx="1981462" cy="198146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D268DD0-A323-F991-75B9-AA5CEE7FD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564" y="536038"/>
            <a:ext cx="2116436" cy="211643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C67C5D6-933D-2B46-5771-8EF49217B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343" y="536038"/>
            <a:ext cx="2140549" cy="214054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3E03CA1-4FEA-6AF0-CCD8-E7DB43B72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770" y="3648970"/>
            <a:ext cx="2116436" cy="211643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EC875D7-7777-CEC8-F7A8-F02E99591C05}"/>
              </a:ext>
            </a:extLst>
          </p:cNvPr>
          <p:cNvSpPr txBox="1"/>
          <p:nvPr/>
        </p:nvSpPr>
        <p:spPr>
          <a:xfrm>
            <a:off x="11533517" y="6400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316603437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E336C-F9AE-73DE-4E7A-2F0C8E31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091414" cy="460118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graphicFrame>
        <p:nvGraphicFramePr>
          <p:cNvPr id="8" name="Объект 2">
            <a:extLst>
              <a:ext uri="{FF2B5EF4-FFF2-40B4-BE49-F238E27FC236}">
                <a16:creationId xmlns:a16="http://schemas.microsoft.com/office/drawing/2014/main" id="{54916BC2-D002-D8FE-7715-688958D77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577688"/>
              </p:ext>
            </p:extLst>
          </p:nvPr>
        </p:nvGraphicFramePr>
        <p:xfrm>
          <a:off x="3869268" y="864108"/>
          <a:ext cx="7315200" cy="5536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E7D867-9733-BE23-574A-39F53B6B5357}"/>
              </a:ext>
            </a:extLst>
          </p:cNvPr>
          <p:cNvSpPr txBox="1"/>
          <p:nvPr/>
        </p:nvSpPr>
        <p:spPr>
          <a:xfrm>
            <a:off x="11533517" y="6400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2905890060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ACCA9-FF3C-96F3-297C-FF6A0EC8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21A2DE-EE13-CE50-7362-64F1C64C8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429000"/>
            <a:ext cx="9144000" cy="1655762"/>
          </a:xfrm>
        </p:spPr>
        <p:txBody>
          <a:bodyPr/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mfortaa Medium" pitchFamily="2" charset="0"/>
              </a:rPr>
              <a:t>КУРСОВОЙ ПРОЕКТ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mfortaa Medium" pitchFamily="2" charset="0"/>
              </a:rPr>
              <a:t>РАЗРАБОТКА ПОДССИТЕМЫ РЕГИСТРАТУРА КЛИНИКИ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C892A-FCCE-30A2-9236-D09213C97236}"/>
              </a:ext>
            </a:extLst>
          </p:cNvPr>
          <p:cNvSpPr txBox="1"/>
          <p:nvPr/>
        </p:nvSpPr>
        <p:spPr>
          <a:xfrm>
            <a:off x="2347629" y="846793"/>
            <a:ext cx="68871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ФЕДЕРАЛЬНОЕ ГОСУДАРСТВЕННОЕ БЮДЖЕТНОЕ ОБРАЗОВАТЕЛЬНОЕ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УЧРЕЖДЕНИЕ ВЫСШЕГО ОБРАЗОВАНИЯ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«САНКТ-ПЕТЕРБУРГСКИЙ ГОСУДАРСТВЕННЫЙ УНИВЕРСИТЕТ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ТЕЛЕКОММУНИКАЦИЙ ИМ. ПРОФ. М.А. БОНЧ-БРУЕВИЧА»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(СПбГУТ)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АРХАНГЕЛЬСКИЙ КОЛЛЕДЖ ТЕЛЕКОММУНИКАЦИЙ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ИМ. Б.Л. РОЗИНГА (ФИЛИАЛ) СПбГУТ</a:t>
            </a:r>
            <a:b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</a:br>
            <a:r>
              <a:rPr lang="ru-RU" sz="1800" dirty="0">
                <a:solidFill>
                  <a:schemeClr val="bg1"/>
                </a:solidFill>
                <a:latin typeface="Comfortaa Medium" pitchFamily="2" charset="0"/>
              </a:rPr>
              <a:t>(АКТ (ф) СПбГУТ)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AF832-F692-66F7-4B26-524E1BA99FE4}"/>
              </a:ext>
            </a:extLst>
          </p:cNvPr>
          <p:cNvSpPr txBox="1"/>
          <p:nvPr/>
        </p:nvSpPr>
        <p:spPr>
          <a:xfrm>
            <a:off x="5111018" y="6385152"/>
            <a:ext cx="196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Архангельск,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0A664-D01C-185C-FAC3-304AEF572537}"/>
              </a:ext>
            </a:extLst>
          </p:cNvPr>
          <p:cNvSpPr txBox="1"/>
          <p:nvPr/>
        </p:nvSpPr>
        <p:spPr>
          <a:xfrm>
            <a:off x="3295581" y="4990856"/>
            <a:ext cx="5195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Студент группы ИСПП-</a:t>
            </a:r>
            <a:r>
              <a:rPr lang="ru-RU" sz="2400" dirty="0">
                <a:solidFill>
                  <a:schemeClr val="bg1"/>
                </a:solidFill>
              </a:rPr>
              <a:t>21</a:t>
            </a:r>
            <a:r>
              <a:rPr lang="ru-RU" dirty="0">
                <a:solidFill>
                  <a:schemeClr val="bg1"/>
                </a:solidFill>
              </a:rPr>
              <a:t>: Чугин Егор Валерьевич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F09C8-076B-4824-0EC0-E24E755E7B1B}"/>
              </a:ext>
            </a:extLst>
          </p:cNvPr>
          <p:cNvSpPr txBox="1"/>
          <p:nvPr/>
        </p:nvSpPr>
        <p:spPr>
          <a:xfrm>
            <a:off x="3737144" y="5460975"/>
            <a:ext cx="438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Руководитель: </a:t>
            </a:r>
            <a:r>
              <a:rPr lang="ru-RU" dirty="0" err="1">
                <a:solidFill>
                  <a:schemeClr val="bg1"/>
                </a:solidFill>
              </a:rPr>
              <a:t>Маломан</a:t>
            </a:r>
            <a:r>
              <a:rPr lang="ru-RU" dirty="0">
                <a:solidFill>
                  <a:schemeClr val="bg1"/>
                </a:solidFill>
              </a:rPr>
              <a:t> Юлия Сергеевна </a:t>
            </a:r>
          </a:p>
        </p:txBody>
      </p:sp>
    </p:spTree>
    <p:extLst>
      <p:ext uri="{BB962C8B-B14F-4D97-AF65-F5344CB8AC3E}">
        <p14:creationId xmlns:p14="http://schemas.microsoft.com/office/powerpoint/2010/main" val="254515806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Рамка">
  <a:themeElements>
    <a:clrScheme name="Обычная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Рамка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Рамк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Рамка</Template>
  <TotalTime>65</TotalTime>
  <Words>320</Words>
  <Application>Microsoft Office PowerPoint</Application>
  <PresentationFormat>Широкоэкранный</PresentationFormat>
  <Paragraphs>60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Comfortaa Medium</vt:lpstr>
      <vt:lpstr>Corbel</vt:lpstr>
      <vt:lpstr>Wingdings 2</vt:lpstr>
      <vt:lpstr>Рамка</vt:lpstr>
      <vt:lpstr>Презентация PowerPoint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 / ОСОБЕННОСТИ РАЗРАБОТКИ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Чугин</dc:creator>
  <cp:lastModifiedBy>Вероника Задворная</cp:lastModifiedBy>
  <cp:revision>2</cp:revision>
  <dcterms:created xsi:type="dcterms:W3CDTF">2025-12-08T16:56:01Z</dcterms:created>
  <dcterms:modified xsi:type="dcterms:W3CDTF">2025-12-08T18:16:28Z</dcterms:modified>
</cp:coreProperties>
</file>